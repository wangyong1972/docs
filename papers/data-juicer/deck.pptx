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challenges from paper-1 §1; the framing is "data engineering lags the model side".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Data-Juicer 1.0 (SIGMOD 2024 Companion) vs 2.0 (NeurIPS 2025 Spotlight). 2.0 is a runtime refactor, not a re-proof of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Operator base classes from data_juicer/ops/base_op.py; Filter compute_stats→bool split is the load-bearing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Lifecycle: raw → build/validate → operator DAG → export → analyze/trace → (train→eval). Ray = Data + Actors +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is a YAML process list; config via jsonargparse auto-registers OP args. Dedup defaults verified in repo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numbers: paper-2 §5.4 / Table 1. Do NOT cite README "2-10x fusion" (conflicts with 24.91/42.04/70.22%).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Paper-1 closes data→quality loop (HELM-16, GPT-4 pairwise). Paper-2 validates throughput only — do NOT claim 2.0 improves model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 datajuicer/data-juicer @ 1e9720d0, Apache-2.0, ~7k stars, 1,417 files / 863 .py. Ops split by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Strengths: operator model + recipe-as-product, stats/bool separation, verified dedup, runtime probe, honest maturity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Limitations: engine inequality, no noise bars, vendor-adjacent numbers, paper/repo drift, weak identity+versioning.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mapping: recipe+sigual implemented; policy partial; identity &amp; version are the hard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Takeaways: adopt recipe+operator+probe; add stable identity + versioning + queryable lineage.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References: both papers, repo, docs, Sandbox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08615" y="-868680"/>
            <a:ext cx="2468880" cy="2468880"/>
          </a:xfrm>
          <a:prstGeom prst="ellipse">
            <a:avLst/>
          </a:prstGeom>
          <a:solidFill>
            <a:srgbClr val="162A45"/>
          </a:solidFill>
          <a:ln w="15875">
            <a:solidFill>
              <a:srgbClr val="2C45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11535" y="-365760"/>
            <a:ext cx="960120" cy="960120"/>
          </a:xfrm>
          <a:prstGeom prst="ellipse">
            <a:avLst/>
          </a:prstGeom>
          <a:solidFill>
            <a:srgbClr val="1E3660"/>
          </a:solidFill>
          <a:ln w="12700">
            <a:solidFill>
              <a:srgbClr val="2C45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43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OPERATING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Data-Juicer 1.0 → 2.0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239572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Cloud-Scale Adaptive Data Processing for and with Foundation Models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3063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SIGMOD 2024 Companion (v1)   </a:t>
            </a:r>
            <a:pPr indent="0" marL="0">
              <a:buNone/>
            </a:pPr>
            <a:r>
              <a:rPr lang="en-US" sz="1400" b="1" dirty="0">
                <a:solidFill>
                  <a:srgbClr val="4A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400" b="1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2025 Spotlight (2.0)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977640"/>
            <a:ext cx="2256739" cy="384048"/>
          </a:xfrm>
          <a:prstGeom prst="roundRect">
            <a:avLst>
              <a:gd name="adj" fmla="val 47619"/>
            </a:avLst>
          </a:prstGeom>
          <a:solidFill>
            <a:srgbClr val="1E3660"/>
          </a:solidFill>
          <a:ln w="12700">
            <a:solidFill>
              <a:srgbClr val="3552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977640"/>
            <a:ext cx="22567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+ YAML recipes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4251" y="3977640"/>
            <a:ext cx="1656893" cy="384048"/>
          </a:xfrm>
          <a:prstGeom prst="roundRect">
            <a:avLst>
              <a:gd name="adj" fmla="val 47619"/>
            </a:avLst>
          </a:prstGeom>
          <a:solidFill>
            <a:srgbClr val="1E3660"/>
          </a:solidFill>
          <a:ln w="12700">
            <a:solidFill>
              <a:srgbClr val="3552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4251" y="3977640"/>
            <a:ext cx="165689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· MaxCompute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45736" y="3977640"/>
            <a:ext cx="2556662" cy="384048"/>
          </a:xfrm>
          <a:prstGeom prst="roundRect">
            <a:avLst>
              <a:gd name="adj" fmla="val 47619"/>
            </a:avLst>
          </a:prstGeom>
          <a:solidFill>
            <a:srgbClr val="1E3660"/>
          </a:solidFill>
          <a:ln w="12700">
            <a:solidFill>
              <a:srgbClr val="3552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3977640"/>
            <a:ext cx="255666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(img/video/audio)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66990" y="3977640"/>
            <a:ext cx="2256739" cy="384048"/>
          </a:xfrm>
          <a:prstGeom prst="roundRect">
            <a:avLst>
              <a:gd name="adj" fmla="val 47619"/>
            </a:avLst>
          </a:prstGeom>
          <a:solidFill>
            <a:srgbClr val="1E3660"/>
          </a:solidFill>
          <a:ln w="12700">
            <a:solidFill>
              <a:srgbClr val="3552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6990" y="3977640"/>
            <a:ext cx="22567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Probe (adaptive)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· English · 14 slides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general-purpose data infrastructure for LLMs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quality is data-sensitive, but data engineering lacked reusable, evaluable, composable abstractions.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057400"/>
            <a:ext cx="5318608" cy="1417320"/>
          </a:xfrm>
          <a:prstGeom prst="roundRect">
            <a:avLst>
              <a:gd name="adj" fmla="val 3871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" y="2185416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Heterogeneous recipes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9224" y="2514600"/>
            <a:ext cx="502600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re-implements cleaning; no standard abstraction.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95848" y="2057400"/>
            <a:ext cx="5318608" cy="1417320"/>
          </a:xfrm>
          <a:prstGeom prst="roundRect">
            <a:avLst>
              <a:gd name="adj" fmla="val 3871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42152" y="2185416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· Expensive feedback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42152" y="2514600"/>
            <a:ext cx="502600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a recipe means retraining a billion-parameter model.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3694176"/>
            <a:ext cx="5318608" cy="1417320"/>
          </a:xfrm>
          <a:prstGeom prst="roundRect">
            <a:avLst>
              <a:gd name="adj" fmla="val 3871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" y="3822192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· Poor reuse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" y="4151376"/>
            <a:ext cx="502600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cannot easily reuse a data pipeline.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95848" y="3694176"/>
            <a:ext cx="5318608" cy="1417320"/>
          </a:xfrm>
          <a:prstGeom prst="roundRect">
            <a:avLst>
              <a:gd name="adj" fmla="val 3871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42152" y="3822192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· Massive volume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42152" y="4151376"/>
            <a:ext cx="502600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Billions–trillions of tokens; sys-level optimization often bypassed.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02920" y="56235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lifts this to scale + modality: TB-scale, 10k+ cores, and image/video/audio in the same operator model.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Data-Juicer 1.0 → 2.0   ·   arxiv 2309.02033 · 2501.14755 · github.com/datajuicer/data-juicer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two releases — what 2.0 rebuilt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proves data→model quality; v2 rebuilds the runtime for multimodal + cloud scale + adaptive planning.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011680"/>
            <a:ext cx="5410048" cy="3977640"/>
          </a:xfrm>
          <a:prstGeom prst="roundRect">
            <a:avLst>
              <a:gd name="adj" fmla="val 1149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" y="2139696"/>
            <a:ext cx="508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Data-Juicer 1.0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5044288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operator kinds (Formatter/Mapper/Filter/Dedup)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HF-datasets · Arrow · text/meta/stats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YAML/JSONnet recipes (jsonargparse)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/ Beam / Flink distributed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greedy OP-fusion + reordering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Data→model eval loop (HELM, GPT-4)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2011680"/>
            <a:ext cx="5410048" cy="3977640"/>
          </a:xfrm>
          <a:prstGeom prst="roundRect">
            <a:avLst>
              <a:gd name="adj" fmla="val 1149"/>
            </a:avLst>
          </a:prstGeom>
          <a:solidFill>
            <a:srgbClr val="EAF2F2"/>
          </a:solidFill>
          <a:ln w="15875">
            <a:solidFill>
              <a:srgbClr val="149A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3320" y="2139696"/>
            <a:ext cx="508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Data-Juicer 2.0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61608" y="2560320"/>
            <a:ext cx="5044288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+ token-aligned schema (img/video/audio)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new compositional OPs (Grouper/Aggregator/Fused/Script/Human)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dataset: HF / Ray Data / MaxFrame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hubs: HuggingFace + ModelScope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Probe → adaptive reorder / batch / GPU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Sample-level fault tolerance · streaming JSONL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858104" y="3657600"/>
            <a:ext cx="475488" cy="457200"/>
          </a:xfrm>
          <a:prstGeom prst="chevron">
            <a:avLst/>
          </a:prstGeom>
          <a:solidFill>
            <a:srgbClr val="149A9A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Data-Juicer 1.0 → 2.0   ·   arxiv 2309.02033 · 2501.14755 · github.com/datajuicer/data-juicer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ABSTRACTIONS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as the minimal composable unit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Filter returns statistics first and a boolean second — the analyzer reasons over full evidence, not just survivors.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8585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512064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A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A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A9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load_dataset() → 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external formats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process(sample) → 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per-sample transform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compute_stats() + process() → bool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 first, then filter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Deduplicator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compute_hash + process(dataset)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/ MinHash / SimHash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process(dataset)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/ sample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Grouper · Aggregator ·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/ orchestrate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 compositional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493776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model: text / meta / stats  (2.0 adds query/response/history + images[] + meta{src,version}).  ~230 OPs in repo (mapper 138, filter 58, dedup 10).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02920" y="5486400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230</a:t>
            </a:r>
            <a:endParaRPr lang="en-US" sz="2900" dirty="0"/>
          </a:p>
        </p:txBody>
      </p:sp>
      <p:sp>
        <p:nvSpPr>
          <p:cNvPr id="10" name="Text 6"/>
          <p:cNvSpPr/>
          <p:nvPr/>
        </p:nvSpPr>
        <p:spPr>
          <a:xfrm>
            <a:off x="502920" y="608990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operators (8 kinds)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343400" y="5486400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900" dirty="0"/>
          </a:p>
        </p:txBody>
      </p:sp>
      <p:sp>
        <p:nvSpPr>
          <p:cNvPr id="12" name="Text 8"/>
          <p:cNvSpPr/>
          <p:nvPr/>
        </p:nvSpPr>
        <p:spPr>
          <a:xfrm>
            <a:off x="4343400" y="608990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categories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183880" y="5486400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4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2900" dirty="0"/>
          </a:p>
        </p:txBody>
      </p:sp>
      <p:sp>
        <p:nvSpPr>
          <p:cNvPr id="14" name="Text 10"/>
          <p:cNvSpPr/>
          <p:nvPr/>
        </p:nvSpPr>
        <p:spPr>
          <a:xfrm>
            <a:off x="8183880" y="608990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· 50+ community recipes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Data-Juicer 1.0 → 2.0   ·   arxiv 2309.02033 · 2501.14755 · github.com/datajuicer/data-juicer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DATA FLOW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 → recipes → analyzable dataset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YAML recipe drives both standalone and distributed (Ray / MaxFrame) execution.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97331" y="2103120"/>
            <a:ext cx="475488" cy="475488"/>
          </a:xfrm>
          <a:prstGeom prst="ellipse">
            <a:avLst/>
          </a:prstGeom>
          <a:solidFill>
            <a:srgbClr val="149A9A"/>
          </a:solidFill>
          <a:ln w="12700">
            <a:solidFill>
              <a:srgbClr val="149A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97331" y="2103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706624"/>
            <a:ext cx="177286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source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/ ModelScope / local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20925" y="2212848"/>
            <a:ext cx="219456" cy="274320"/>
          </a:xfrm>
          <a:prstGeom prst="rightArrow">
            <a:avLst/>
          </a:prstGeom>
          <a:solidFill>
            <a:srgbClr val="DDE5F0"/>
          </a:solidFill>
          <a:ln/>
        </p:spPr>
      </p:sp>
      <p:sp>
        <p:nvSpPr>
          <p:cNvPr id="11" name="Shape 8"/>
          <p:cNvSpPr/>
          <p:nvPr/>
        </p:nvSpPr>
        <p:spPr>
          <a:xfrm>
            <a:off x="3061640" y="2103120"/>
            <a:ext cx="475488" cy="475488"/>
          </a:xfrm>
          <a:prstGeom prst="ellipse">
            <a:avLst/>
          </a:prstGeom>
          <a:solidFill>
            <a:srgbClr val="149A9A"/>
          </a:solidFill>
          <a:ln w="12700">
            <a:solidFill>
              <a:srgbClr val="149A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61640" y="2103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412949" y="2706624"/>
            <a:ext cx="177286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validate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DatasetBuilder · DataValidator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085234" y="2212848"/>
            <a:ext cx="219456" cy="274320"/>
          </a:xfrm>
          <a:prstGeom prst="rightArrow">
            <a:avLst/>
          </a:prstGeom>
          <a:solidFill>
            <a:srgbClr val="DDE5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925949" y="2103120"/>
            <a:ext cx="475488" cy="475488"/>
          </a:xfrm>
          <a:prstGeom prst="ellipse">
            <a:avLst/>
          </a:prstGeom>
          <a:solidFill>
            <a:srgbClr val="149A9A"/>
          </a:solidFill>
          <a:ln w="12700">
            <a:solidFill>
              <a:srgbClr val="149A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25949" y="2103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277258" y="2706624"/>
            <a:ext cx="177286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Mapper/Filter/Dedup…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949544" y="2212848"/>
            <a:ext cx="219456" cy="274320"/>
          </a:xfrm>
          <a:prstGeom prst="rightArrow">
            <a:avLst/>
          </a:prstGeom>
          <a:solidFill>
            <a:srgbClr val="DDE5F0"/>
          </a:solidFill>
          <a:ln/>
        </p:spPr>
      </p:sp>
      <p:sp>
        <p:nvSpPr>
          <p:cNvPr id="19" name="Shape 16"/>
          <p:cNvSpPr/>
          <p:nvPr/>
        </p:nvSpPr>
        <p:spPr>
          <a:xfrm>
            <a:off x="6790258" y="2103120"/>
            <a:ext cx="475488" cy="475488"/>
          </a:xfrm>
          <a:prstGeom prst="ellipse">
            <a:avLst/>
          </a:prstGeom>
          <a:solidFill>
            <a:srgbClr val="149A9A"/>
          </a:solidFill>
          <a:ln w="12700">
            <a:solidFill>
              <a:srgbClr val="149A9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90258" y="2103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41568" y="2706624"/>
            <a:ext cx="177286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sharded write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813853" y="2212848"/>
            <a:ext cx="219456" cy="274320"/>
          </a:xfrm>
          <a:prstGeom prst="rightArrow">
            <a:avLst/>
          </a:prstGeom>
          <a:solidFill>
            <a:srgbClr val="DDE5F0"/>
          </a:solidFill>
          <a:ln/>
        </p:spPr>
      </p:sp>
      <p:sp>
        <p:nvSpPr>
          <p:cNvPr id="23" name="Shape 20"/>
          <p:cNvSpPr/>
          <p:nvPr/>
        </p:nvSpPr>
        <p:spPr>
          <a:xfrm>
            <a:off x="8654567" y="2103120"/>
            <a:ext cx="475488" cy="475488"/>
          </a:xfrm>
          <a:prstGeom prst="ellipse">
            <a:avLst/>
          </a:prstGeom>
          <a:solidFill>
            <a:srgbClr val="149A9A"/>
          </a:solidFill>
          <a:ln w="12700">
            <a:solidFill>
              <a:srgbClr val="149A9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54567" y="2103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005877" y="2706624"/>
            <a:ext cx="177286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· Trace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/ lineage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678162" y="2212848"/>
            <a:ext cx="219456" cy="274320"/>
          </a:xfrm>
          <a:prstGeom prst="rightArrow">
            <a:avLst/>
          </a:prstGeom>
          <a:solidFill>
            <a:srgbClr val="DDE5F0"/>
          </a:solidFill>
          <a:ln/>
        </p:spPr>
      </p:sp>
      <p:sp>
        <p:nvSpPr>
          <p:cNvPr id="27" name="Shape 24"/>
          <p:cNvSpPr/>
          <p:nvPr/>
        </p:nvSpPr>
        <p:spPr>
          <a:xfrm>
            <a:off x="10518877" y="2103120"/>
            <a:ext cx="475488" cy="475488"/>
          </a:xfrm>
          <a:prstGeom prst="ellipse">
            <a:avLst/>
          </a:prstGeom>
          <a:solidFill>
            <a:srgbClr val="149A9A"/>
          </a:solidFill>
          <a:ln w="12700">
            <a:solidFill>
              <a:srgbClr val="149A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518877" y="2103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870186" y="2706624"/>
            <a:ext cx="177286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→ Eval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02920" y="3794760"/>
            <a:ext cx="11185855" cy="1965960"/>
          </a:xfrm>
          <a:prstGeom prst="roundRect">
            <a:avLst>
              <a:gd name="adj" fmla="val 2791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9224" y="3922776"/>
            <a:ext cx="1089324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facade + adaptive execution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649224" y="4251960"/>
            <a:ext cx="10893247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facade: HuggingFace Dataset → Ray Data (map_batches + ActorPoolStrategy / TaskPoolStrategy) → MaxFrame-DataFrame.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Adaptive: runtime Probe dry-runs each OP (min(1000, remaining) samples) and measures speed → reorders the DAG fast→slow → tunes batch size and GPU/parallelism. fusion_strategy defaults to "probe".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Data-Juicer 1.0 → 2.0   ·   arxiv 2309.02033 · 2501.14755 · github.com/datajuicer/data-juicer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Recipes, Ray, and the dedup core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defaults that make this an adoptable reference implementation.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011680"/>
            <a:ext cx="3545738" cy="3017520"/>
          </a:xfrm>
          <a:prstGeom prst="roundRect">
            <a:avLst>
              <a:gd name="adj" fmla="val 181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" y="2139696"/>
            <a:ext cx="32531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= declarative YAML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224" y="2468880"/>
            <a:ext cx="3253130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list of &lt;op_name&gt;: {kwargs}. jsonargparse parses CLI + YAML/JSON/JSONnet + env + defaults.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9224" y="4663440"/>
            <a:ext cx="32531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demos/process_on_ray/configs/demo.yaml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22978" y="2011680"/>
            <a:ext cx="3545738" cy="3017520"/>
          </a:xfrm>
          <a:prstGeom prst="roundRect">
            <a:avLst>
              <a:gd name="adj" fmla="val 181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69282" y="2139696"/>
            <a:ext cx="32531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integration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469282" y="2468880"/>
            <a:ext cx="3253130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ray.data.map_batches with TaskPoolStrategy; elastic ActorPoolStrategy; @ray.remote node probes; vLLM pipeline OPs.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469282" y="4663440"/>
            <a:ext cx="32531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core/data/ray_dataset.py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143037" y="2011680"/>
            <a:ext cx="3545738" cy="3017520"/>
          </a:xfrm>
          <a:prstGeom prst="roundRect">
            <a:avLst>
              <a:gd name="adj" fmla="val 181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89341" y="2139696"/>
            <a:ext cx="32531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(verified defaults)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289341" y="2468880"/>
            <a:ext cx="3253130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exact · MinHash (256 perms, Jaccard 0.7) · SimHash (win 6, blocks 6, hamming 4) · BTS union-find (3.3×).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289341" y="4663440"/>
            <a:ext cx="32531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ops/deduplicator/*.py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Data-Juicer 1.0 → 2.0   ·   arxiv 2309.02033 · 2501.14755 · github.com/datajuicer/data-juicer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PERFORMANCE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Cloud-scale, only verified figures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results on Alibaba Cloud (ECS / PAI-DLC / MaxCompute); treat as directional, not vendor-neutral.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057400"/>
            <a:ext cx="25907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70B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02920" y="2660904"/>
            <a:ext cx="25907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in ≈2.1 h on 6,400 cores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367964" y="2057400"/>
            <a:ext cx="25907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TB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367964" y="2660904"/>
            <a:ext cx="25907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in 2.8 h on 1,280 cores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33008" y="2057400"/>
            <a:ext cx="25907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3.3×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233008" y="2660904"/>
            <a:ext cx="25907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MinHash engine vs vanilla Ray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098051" y="2057400"/>
            <a:ext cx="25907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−70%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9098051" y="2660904"/>
            <a:ext cx="25907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reorder+fusion (13-OP recipe)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063240"/>
          <a:ext cx="1118585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457200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/ engine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A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A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A9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 fusion + reorder (v1)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−24.91% e2e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OPs, 5 fusible (paper-1 §7.2.2)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 fusion + reorder (v2)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−70.22%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13-OP recipe (paper-2 §5.5)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allocation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≥50% saved, up to 99%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BLIP-2 8669→305 s (8×A100)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MaxCompute vs Ray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~1/4 time; multimodal 1.5× slower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paper-2 §5.4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AI-CPFS 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1625 vs 4396 s = 2.7×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 bandwidth + RDMA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Data-Juicer 1.0 → 2.0   ·   arxiv 2309.02033 · 2501.14755 · github.com/datajuicer/data-juicer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FINDINGS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loop (v1) vs systems study (2.0)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evidence: the two papers prove different things.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011680"/>
            <a:ext cx="5394960" cy="3566160"/>
          </a:xfrm>
          <a:prstGeom prst="roundRect">
            <a:avLst>
              <a:gd name="adj" fmla="val 153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" y="2139696"/>
            <a:ext cx="510235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— data → model quality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224" y="2468880"/>
            <a:ext cx="5102352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LLaMA-1.3B / 150B tokens; 16 HELM tasks; fixed recipe, data is the only variable.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 to +7.45% avg across 16 benchmarks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 to +17.5% GPT-4 pairwise win rate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 to −90.4% (ZH) / −56.8% avg data kept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2011680"/>
            <a:ext cx="5486400" cy="3566160"/>
          </a:xfrm>
          <a:prstGeom prst="roundRect">
            <a:avLst>
              <a:gd name="adj" fmla="val 153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18504" y="2139696"/>
            <a:ext cx="519379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— system/scale only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18504" y="2468880"/>
            <a:ext cx="5193792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scales (560K → 70B samples), 3 engines, 3 workload classes.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Measures throughput, CPU/GPU allocation, reordering gain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Model-quality results are CITED from the separate Sandbox paper (ICML’25), not run here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Data-Juicer 1.0 → 2.0   ·   arxiv 2309.02033 · 2501.14755 · github.com/datajuicer/data-juicer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walkthrough (commit 1e9720d0)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· ~7k stars · three-tier stability tags (Stable / Beta / Alpha).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8585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949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/ 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A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read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A9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ops/base_op.py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 hierarchy, Registry, per-engine _supported_exec_modes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core/adapter.py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 (probe_small_batch) + batch_size_strategy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ops/op_fusion.py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fusion_strategy: greedy | probe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core/data/{ray_dataset,dj_dataset}.py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facade + multimodal schema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ops/deduplicator/*.py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MD5 / MinHash (256, 0.7) / SimHash (6,6,4) / BTS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config/config_all.yaml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global default + validator 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Data-Juicer 1.0 → 2.0   ·   arxiv 2309.02033 · 2501.14755 · github.com/datajuicer/data-juicer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965960"/>
            <a:ext cx="5318608" cy="1170432"/>
          </a:xfrm>
          <a:prstGeom prst="roundRect">
            <a:avLst>
              <a:gd name="adj" fmla="val 468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" y="2093976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Recipe-as-product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9224" y="2423160"/>
            <a:ext cx="502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is versionable, diffable, CI-able — the strongest enterprise artifact.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95848" y="1965960"/>
            <a:ext cx="5318608" cy="1170432"/>
          </a:xfrm>
          <a:prstGeom prst="roundRect">
            <a:avLst>
              <a:gd name="adj" fmla="val 468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42152" y="2093976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stats/bool split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42152" y="2423160"/>
            <a:ext cx="502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(stats) decoupled from decision (filter).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3264408"/>
            <a:ext cx="5318608" cy="1170432"/>
          </a:xfrm>
          <a:prstGeom prst="roundRect">
            <a:avLst>
              <a:gd name="adj" fmla="val 468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" y="3392424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dedup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" y="3721608"/>
            <a:ext cx="502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+ MinHash + SimHash with C++/Cython; distributed union-find 3.3×.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95848" y="3264408"/>
            <a:ext cx="5318608" cy="1170432"/>
          </a:xfrm>
          <a:prstGeom prst="roundRect">
            <a:avLst>
              <a:gd name="adj" fmla="val 468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42152" y="3392424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Probe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242152" y="3721608"/>
            <a:ext cx="502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data-aware reordering/batch/GPU instead of static assumptions.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4562856"/>
            <a:ext cx="5318608" cy="1170432"/>
          </a:xfrm>
          <a:prstGeom prst="roundRect">
            <a:avLst>
              <a:gd name="adj" fmla="val 468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" y="4690872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breadth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9224" y="5020056"/>
            <a:ext cx="502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img/video/audio + interleaved data + SFT/RFT converters.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95848" y="4562856"/>
            <a:ext cx="5318608" cy="1170432"/>
          </a:xfrm>
          <a:prstGeom prst="roundRect">
            <a:avLst>
              <a:gd name="adj" fmla="val 468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42152" y="4690872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maturity tags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242152" y="5020056"/>
            <a:ext cx="502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Stable/Beta/Alpha per operator — the best adoption signal.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Data-Juicer 1.0 → 2.0   ·   arxiv 2309.02033 · 2501.14755 · github.com/datajuicer/data-juicer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unresolved questions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2011680"/>
            <a:ext cx="11185855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quality re-proof in 2.0 — throughput only; 1.0 headlines have no seeds/error bars.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 are not equivalent — Ray head-node bottleneck; MaxCompute wins text, loses multimodal.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Vendor-adjacent numbers — all 2.0 large-scale runs on Alibaba Cloud infra.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Paper/repo drift — operator counts (50/100+/150+/200+/230) and CLI entry point mismatch HEAD.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identity = caller-supplied __dj__uid; no system dataset version/digest.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schema embeds structure into a string; each modality grows the token surface.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Data-Juicer 1.0 → 2.0   ·   arxiv 2309.02033 · 2501.14755 · github.com/datajuicer/data-juicer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LESSONS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onto a data-lake control plane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— what a homegrown platform should copy vs add.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8585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12064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A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Data-Juicer today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A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A9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YAML, jsonargparse, Git-versionable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— copy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(stats)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compute_stats; but keep_stats defaults false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implemented; persist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 thresholds + validators 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partial; add registry/audit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identity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__dj__uid, caller-supplied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— add digest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content-addressed id / manifest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— add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Tracer + per-OP lineage 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partial; make it a graph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Data-Juicer 1.0 → 2.0   ·   arxiv 2309.02033 · 2501.14755 · github.com/datajuicer/data-juicer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take into a review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2057400"/>
            <a:ext cx="457200" cy="457200"/>
          </a:xfrm>
          <a:prstGeom prst="ellipse">
            <a:avLst/>
          </a:prstGeom>
          <a:solidFill>
            <a:srgbClr val="149A9A"/>
          </a:solidFill>
          <a:ln w="12700">
            <a:solidFill>
              <a:srgbClr val="149A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61288" y="2057400"/>
            <a:ext cx="1052748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recipes, operators, and signals as production-grade primitives — they are the directly borrowable core.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3081528"/>
            <a:ext cx="457200" cy="457200"/>
          </a:xfrm>
          <a:prstGeom prst="ellipse">
            <a:avLst/>
          </a:prstGeom>
          <a:solidFill>
            <a:srgbClr val="149A9A"/>
          </a:solidFill>
          <a:ln w="12700">
            <a:solidFill>
              <a:srgbClr val="149A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081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61288" y="3081528"/>
            <a:ext cx="1052748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Probe idea: measure first, then order the DAG and allocate resources.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4105656"/>
            <a:ext cx="457200" cy="457200"/>
          </a:xfrm>
          <a:prstGeom prst="ellipse">
            <a:avLst/>
          </a:prstGeom>
          <a:solidFill>
            <a:srgbClr val="149A9A"/>
          </a:solidFill>
          <a:ln w="12700">
            <a:solidFill>
              <a:srgbClr val="149A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61288" y="4105656"/>
            <a:ext cx="1052748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treat the 3-engine facade as free — publish a per-operator support matrix.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2920" y="5129784"/>
            <a:ext cx="457200" cy="457200"/>
          </a:xfrm>
          <a:prstGeom prst="ellipse">
            <a:avLst/>
          </a:prstGeom>
          <a:solidFill>
            <a:srgbClr val="149A9A"/>
          </a:solidFill>
          <a:ln w="12700">
            <a:solidFill>
              <a:srgbClr val="149A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5129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61288" y="5129784"/>
            <a:ext cx="1052748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two missing governance layers: stable record id + content-addressed dataset version.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Data-Juicer 1.0 → 2.0   ·   arxiv 2309.02033 · 2501.14755 · github.com/datajuicer/data-juicer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links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585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400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A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A9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Data-Juicer (SIGMOD 2024 Companion)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arxiv.org/abs/2309.02033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Data-Juicer 2.0 (NeurIPS 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arxiv.org/abs/2501.14755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 (Apache-2.0)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github.com/datajuicer/data-juicer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datajuicer.github.io/data-juicer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Data-Juicer Sandbox (ICML 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arxiv.org/abs/2407.11784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Data-Juicer 1.0 → 2.0   ·   arxiv 2309.02033 · 2501.14755 · github.com/datajuicer/data-juicer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Data-Juicer 1.0 → 2.0 — Architecture Review</dc:title>
  <dc:subject>PptxGenJS Presentation</dc:subject>
  <dc:creator>wangyong1972</dc:creator>
  <cp:lastModifiedBy>wangyong1972</cp:lastModifiedBy>
  <cp:revision>1</cp:revision>
  <dcterms:created xsi:type="dcterms:W3CDTF">2026-09-19T16:41:46Z</dcterms:created>
  <dcterms:modified xsi:type="dcterms:W3CDTF">2026-09-19T16:41:46Z</dcterms:modified>
</cp:coreProperties>
</file>