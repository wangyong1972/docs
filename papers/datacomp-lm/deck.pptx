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(1B-1x)</c:v>
                </c:pt>
              </c:strCache>
            </c:strRef>
          </c:tx>
          <c:spPr>
            <a:solidFill>
              <a:srgbClr val="D8A0A0">
                <a:alpha val="90000"/>
              </a:srgbClr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8A0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E5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DE5F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DE5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3BCE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79DE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7DD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B5BD6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PageRank</c:v>
                  </c:pt>
                  <c:pt idx="1">
                    <c:v>BGE</c:v>
                  </c:pt>
                  <c:pt idx="2">
                    <c:v>SemDedup</c:v>
                  </c:pt>
                  <c:pt idx="3">
                    <c:v>RefinedWeb
repro</c:v>
                  </c:pt>
                  <c:pt idx="4">
                    <c:v>AskLLM</c:v>
                  </c:pt>
                  <c:pt idx="5">
                    <c:v>perplexity</c:v>
                  </c:pt>
                  <c:pt idx="6">
                    <c:v>top-k
logits</c:v>
                  </c:pt>
                  <c:pt idx="7">
                    <c:v>fastText
OH-2.5+ELI5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26.1</c:v>
                </c:pt>
                <c:pt idx="1">
                  <c:v>27.2</c:v>
                </c:pt>
                <c:pt idx="2">
                  <c:v>27.1</c:v>
                </c:pt>
                <c:pt idx="3">
                  <c:v>27.5</c:v>
                </c:pt>
                <c:pt idx="4">
                  <c:v>28.6</c:v>
                </c:pt>
                <c:pt idx="5">
                  <c:v>29</c:v>
                </c:pt>
                <c:pt idx="6">
                  <c:v>29.2</c:v>
                </c:pt>
                <c:pt idx="7">
                  <c:v>30.2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"/>
          <c:min val="0"/>
        </c:scaling>
        <c:delete val="0"/>
        <c:axPos val="b"/>
        <c:majorGridlines>
          <c:spPr>
            <a:ln w="12700" cap="flat">
              <a:solidFill>
                <a:srgbClr val="DDE5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controlled comparison. Is A better than B because of data, or architecture/LR/compute? Closed sets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Overview: DCLM-Pool (all CC 2013-2022, 240T) + two tracks (filter, mixing) + fixed OpenLM training + 53-task 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Abstractions: recipe (filter/mix), reference JSON (uuid), DCLM-RefinedWeb reference pool, exp_data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loop: recipe → tokenize+shuffle → train → eval → score → iterate. Fixed evaluator is the enabling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Implementation: Ray mapper engine (declarative YAML) + Rust BFF dedup + Rust tokshuf; OpenLM training; LLM-Foundry 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Model-based filtering is the key lever: fastText OH-2.5+ELI5 best, PageRank worst (Table 4, 1B-1x Core).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DCLM-Baseline 7B/2.6T Core 57.1/MMLU 63.7/Ext 45.4; +6.6pp MMLU vs MAP-Neo at 40% less compute. Rank transfer 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 mlfoundations/dclm (MIT): baselines/ (Ray mappers), training/ (OpenLM), eval/ (LLM-Foundry), dedup/bff, exp_data/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Strengths: controlled ablation at 240T; measured rank transfer; near-complete artifacts; deliberately kept negative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Limitations: single-dimension ablations, ≤7B, English, eval-framework sensitivity, metric v1/v2, empty leaderboard.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infra vs reusable production infra: keep the Ray mapper, Rust tools, reference-JSON lineage, enrichers; drop the fixed-scale registry and centered rubric.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Takeaways: fixed evaluator first; measured rank transfer; reference set is the asset; keep an experiment ledger; audit dedup.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References: arXiv, NeurIPS, repo, project, dataset, checkpoints.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08615" y="-868680"/>
            <a:ext cx="2468880" cy="2468880"/>
          </a:xfrm>
          <a:prstGeom prst="ellipse">
            <a:avLst/>
          </a:prstGeom>
          <a:solidFill>
            <a:srgbClr val="162A45"/>
          </a:solidFill>
          <a:ln w="15875">
            <a:solidFill>
              <a:srgbClr val="2C45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11535" y="-365760"/>
            <a:ext cx="960120" cy="960120"/>
          </a:xfrm>
          <a:prstGeom prst="ellipse">
            <a:avLst/>
          </a:prstGeom>
          <a:solidFill>
            <a:srgbClr val="1E3660"/>
          </a:solidFill>
          <a:ln w="12700">
            <a:solidFill>
              <a:srgbClr val="2C45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143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BENCHMARK FOR TRAINING DATA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DataComp-LM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243230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model. Fix the evaluation. Change only the data.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NeurIPS 2024 · Datasets &amp; Benchmarks Track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1527048" cy="384048"/>
          </a:xfrm>
          <a:prstGeom prst="roundRect">
            <a:avLst>
              <a:gd name="adj" fmla="val 47619"/>
            </a:avLst>
          </a:prstGeom>
          <a:solidFill>
            <a:srgbClr val="241F4A"/>
          </a:solidFill>
          <a:ln w="12700">
            <a:solidFill>
              <a:srgbClr val="3A32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977640"/>
            <a:ext cx="1527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240T-token pool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76272" y="3977640"/>
            <a:ext cx="2026310" cy="384048"/>
          </a:xfrm>
          <a:prstGeom prst="roundRect">
            <a:avLst>
              <a:gd name="adj" fmla="val 47619"/>
            </a:avLst>
          </a:prstGeom>
          <a:solidFill>
            <a:srgbClr val="241F4A"/>
          </a:solidFill>
          <a:ln w="12700">
            <a:solidFill>
              <a:srgbClr val="3A32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3977640"/>
            <a:ext cx="20263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416 logged experiments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8886" y="3977640"/>
            <a:ext cx="1741018" cy="384048"/>
          </a:xfrm>
          <a:prstGeom prst="roundRect">
            <a:avLst>
              <a:gd name="adj" fmla="val 47619"/>
            </a:avLst>
          </a:prstGeom>
          <a:solidFill>
            <a:srgbClr val="241F4A"/>
          </a:solidFill>
          <a:ln w="12700">
            <a:solidFill>
              <a:srgbClr val="3A32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8886" y="3977640"/>
            <a:ext cx="174101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53-task eval suite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6208" y="3977640"/>
            <a:ext cx="2026310" cy="384048"/>
          </a:xfrm>
          <a:prstGeom prst="roundRect">
            <a:avLst>
              <a:gd name="adj" fmla="val 47619"/>
            </a:avLst>
          </a:prstGeom>
          <a:solidFill>
            <a:srgbClr val="241F4A"/>
          </a:solidFill>
          <a:ln w="12700">
            <a:solidFill>
              <a:srgbClr val="3A32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3977640"/>
            <a:ext cx="20263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A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transfer r ≥ 0.84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· English · 14 slides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the data, or the recipe around it?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results confound dataset with architecture, learning rate, and compute; closed-model training sets are undisclosed.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057400"/>
            <a:ext cx="11185855" cy="1554480"/>
          </a:xfrm>
          <a:prstGeom prst="roundRect">
            <a:avLst>
              <a:gd name="adj" fmla="val 3529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" y="2185416"/>
            <a:ext cx="1089324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" y="2514600"/>
            <a:ext cx="10893247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fixed training code + a fixed evaluation suite, ask: which dataset recipe scores best? DataComp (CLIP) proved this for vision; DataComp-LM ports it to LLM pretraining at 240T-token scale.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3886200"/>
            <a:ext cx="3545738" cy="192024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" y="401421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9224" y="4343400"/>
            <a:ext cx="325313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data is frozen: architecture (OpenLM), token budget, hyperparameters, evaluation.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2978" y="3886200"/>
            <a:ext cx="3545738" cy="192024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69282" y="401421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469282" y="4343400"/>
            <a:ext cx="325313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53-task suite reduced to MMLU 5-shot + Core-22 + Extended-53 centered accuracy.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43037" y="3886200"/>
            <a:ext cx="3545738" cy="1920240"/>
          </a:xfrm>
          <a:prstGeom prst="roundRect">
            <a:avLst>
              <a:gd name="adj" fmla="val 2857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89341" y="401421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289341" y="4343400"/>
            <a:ext cx="325313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Pool, code, checkpoints, and a 416-row experiment ledger all released (MIT).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OVERVIEW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competition with a fixed harness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83762" y="2057400"/>
            <a:ext cx="475488" cy="475488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383762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39496" y="2679192"/>
            <a:ext cx="216401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DCLM-Pool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240T tokens · 200B docs · CC 2013–2022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2931" y="2167128"/>
            <a:ext cx="201168" cy="256032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10" name="Shape 7"/>
          <p:cNvSpPr/>
          <p:nvPr/>
        </p:nvSpPr>
        <p:spPr>
          <a:xfrm>
            <a:off x="3620933" y="2057400"/>
            <a:ext cx="475488" cy="475488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20933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776667" y="2679192"/>
            <a:ext cx="216401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track · mixing track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0102" y="2167128"/>
            <a:ext cx="201168" cy="256032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14" name="Shape 11"/>
          <p:cNvSpPr/>
          <p:nvPr/>
        </p:nvSpPr>
        <p:spPr>
          <a:xfrm>
            <a:off x="5858104" y="2057400"/>
            <a:ext cx="475488" cy="475488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8104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13838" y="2679192"/>
            <a:ext cx="216401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training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OpenLM, token=20×N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77273" y="2167128"/>
            <a:ext cx="201168" cy="256032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18" name="Shape 15"/>
          <p:cNvSpPr/>
          <p:nvPr/>
        </p:nvSpPr>
        <p:spPr>
          <a:xfrm>
            <a:off x="8095275" y="2057400"/>
            <a:ext cx="475488" cy="475488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95275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251009" y="2679192"/>
            <a:ext cx="216401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tasks → Core/Ext/MMLU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314444" y="2167128"/>
            <a:ext cx="201168" cy="256032"/>
          </a:xfrm>
          <a:prstGeom prst="rightArrow">
            <a:avLst/>
          </a:prstGeom>
          <a:solidFill>
            <a:srgbClr val="DDE5F0"/>
          </a:solidFill>
          <a:ln/>
        </p:spPr>
      </p:sp>
      <p:sp>
        <p:nvSpPr>
          <p:cNvPr id="22" name="Shape 19"/>
          <p:cNvSpPr/>
          <p:nvPr/>
        </p:nvSpPr>
        <p:spPr>
          <a:xfrm>
            <a:off x="10332446" y="2057400"/>
            <a:ext cx="475488" cy="475488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332446" y="2057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9488180" y="2679192"/>
            <a:ext cx="2164019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rank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transfers 400M→7B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612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377440"/>
                <a:gridCol w="4023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H100 hrs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400M-1x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1B-1x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3B-1x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7B-1x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7B-2x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2"/>
          <p:cNvSpPr/>
          <p:nvPr/>
        </p:nvSpPr>
        <p:spPr>
          <a:xfrm>
            <a:off x="502920" y="55778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 only: filter + mixing. Dedup is a stage inside filtering — there is no separate dedup track.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ABSTRACTIONS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Recipe, reference JSON, and the experiment ledger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057400"/>
            <a:ext cx="3545738" cy="2377440"/>
          </a:xfrm>
          <a:prstGeom prst="roundRect">
            <a:avLst>
              <a:gd name="adj" fmla="val 230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218541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recipe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9224" y="2514600"/>
            <a:ext cx="325313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 pipeline: HTML extract → heuristic filters → dedup → model filter → (mix weights). Documented and versioned.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2978" y="2057400"/>
            <a:ext cx="3545738" cy="2377440"/>
          </a:xfrm>
          <a:prstGeom prst="roundRect">
            <a:avLst>
              <a:gd name="adj" fmla="val 230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69282" y="218541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JSON (uuid)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469282" y="2514600"/>
            <a:ext cx="325313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raw_source/untokenized/tokenized/model/eval is an ID card in exp_data/ — lineage is data, not docs.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43037" y="2057400"/>
            <a:ext cx="3545738" cy="2377440"/>
          </a:xfrm>
          <a:prstGeom prst="roundRect">
            <a:avLst>
              <a:gd name="adj" fmla="val 230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89341" y="218541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DCLM-RefinedWeb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89341" y="2514600"/>
            <a:ext cx="325313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"reference crawl": all DCLM-Baseline steps except the fastText filter — isolates the model-filter decision.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4709160"/>
            <a:ext cx="11185855" cy="1371600"/>
          </a:xfrm>
          <a:prstGeom prst="roundRect">
            <a:avLst>
              <a:gd name="adj" fmla="val 4000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" y="4837176"/>
            <a:ext cx="1089324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DCLM-Baseline — the authors’ own top recipe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9224" y="5166360"/>
            <a:ext cx="10893247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resiliparse HTML extraction  →  RefinedWeb heuristics (incl. Gopher subset)  →  BFF dedup (min-ngram 13)  →  fastText (OH-2.5 + ELI5) top-10%.  Trained 7B / 2.6T → Core 57.1 · MMLU 63.7 · Ext 45.4.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EXPERIMENTAL LOOP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→ controlled training → standardized evaluation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transfer (r = 0.838 / 0.956 / 0.982) makes cheap small-model iteration trustworthy.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37458" y="4206240"/>
            <a:ext cx="768096" cy="76809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7458" y="42062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5029200"/>
            <a:ext cx="21457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5394960"/>
            <a:ext cx="21457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+ mix over the pool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75499" y="4443984"/>
            <a:ext cx="274320" cy="274320"/>
          </a:xfrm>
          <a:prstGeom prst="rightArrow">
            <a:avLst/>
          </a:prstGeom>
          <a:solidFill>
            <a:srgbClr val="6B5BD6"/>
          </a:solidFill>
          <a:ln/>
        </p:spPr>
      </p:sp>
      <p:sp>
        <p:nvSpPr>
          <p:cNvPr id="12" name="Shape 9"/>
          <p:cNvSpPr/>
          <p:nvPr/>
        </p:nvSpPr>
        <p:spPr>
          <a:xfrm>
            <a:off x="3474629" y="4206240"/>
            <a:ext cx="768096" cy="76809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629" y="42062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785811" y="5029200"/>
            <a:ext cx="21457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+ shuffle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85811" y="5394960"/>
            <a:ext cx="21457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Rust tokshuf + manifest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12670" y="4443984"/>
            <a:ext cx="274320" cy="274320"/>
          </a:xfrm>
          <a:prstGeom prst="rightArrow">
            <a:avLst/>
          </a:prstGeom>
          <a:solidFill>
            <a:srgbClr val="6B5BD6"/>
          </a:solidFill>
          <a:ln/>
        </p:spPr>
      </p:sp>
      <p:sp>
        <p:nvSpPr>
          <p:cNvPr id="17" name="Shape 14"/>
          <p:cNvSpPr/>
          <p:nvPr/>
        </p:nvSpPr>
        <p:spPr>
          <a:xfrm>
            <a:off x="5711800" y="4206240"/>
            <a:ext cx="768096" cy="76809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1800" y="42062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2982" y="5029200"/>
            <a:ext cx="21457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2982" y="5394960"/>
            <a:ext cx="21457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OpenLM, fixed scale hyperparams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049841" y="4443984"/>
            <a:ext cx="274320" cy="274320"/>
          </a:xfrm>
          <a:prstGeom prst="rightArrow">
            <a:avLst/>
          </a:prstGeom>
          <a:solidFill>
            <a:srgbClr val="6B5BD6"/>
          </a:solidFill>
          <a:ln/>
        </p:spPr>
      </p:sp>
      <p:sp>
        <p:nvSpPr>
          <p:cNvPr id="22" name="Shape 19"/>
          <p:cNvSpPr/>
          <p:nvPr/>
        </p:nvSpPr>
        <p:spPr>
          <a:xfrm>
            <a:off x="7948971" y="4206240"/>
            <a:ext cx="768096" cy="76809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48971" y="42062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260153" y="5029200"/>
            <a:ext cx="21457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260153" y="5394960"/>
            <a:ext cx="21457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tasks → Core/Ext/MMLU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287012" y="4443984"/>
            <a:ext cx="274320" cy="274320"/>
          </a:xfrm>
          <a:prstGeom prst="rightArrow">
            <a:avLst/>
          </a:prstGeom>
          <a:solidFill>
            <a:srgbClr val="6B5BD6"/>
          </a:solidFill>
          <a:ln/>
        </p:spPr>
      </p:sp>
      <p:sp>
        <p:nvSpPr>
          <p:cNvPr id="27" name="Shape 24"/>
          <p:cNvSpPr/>
          <p:nvPr/>
        </p:nvSpPr>
        <p:spPr>
          <a:xfrm>
            <a:off x="10186142" y="4206240"/>
            <a:ext cx="768096" cy="76809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186142" y="4206240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9497324" y="5029200"/>
            <a:ext cx="21457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rank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497324" y="5394960"/>
            <a:ext cx="21457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score to the recipe uuid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02920" y="31089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Ray mappers, Rust dedup/shuffle, OpenLM, LLM-Foundry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011680"/>
            <a:ext cx="3545738" cy="2743200"/>
          </a:xfrm>
          <a:prstGeom prst="roundRect">
            <a:avLst>
              <a:gd name="adj" fmla="val 2000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213969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mapper engine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9224" y="2468880"/>
            <a:ext cx="325313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baselines/core/processor.py: factory/decorator + declarative YAML pipelines + _aggregate hooks; per-document transforms.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9224" y="4434840"/>
            <a:ext cx="3253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ray_processing/process.py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22978" y="2011680"/>
            <a:ext cx="3545738" cy="2743200"/>
          </a:xfrm>
          <a:prstGeom prst="roundRect">
            <a:avLst>
              <a:gd name="adj" fmla="val 2000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69282" y="213969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tools (not in Ray YAML)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469282" y="2468880"/>
            <a:ext cx="325313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= Bloom near-dup with --annotate audit; tokshuf = single-machine tokenize + global shuffle → webdataset.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69282" y="4434840"/>
            <a:ext cx="3253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dedup/bff · rust_processing/tokshuf-rs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143037" y="2011680"/>
            <a:ext cx="3545738" cy="2743200"/>
          </a:xfrm>
          <a:prstGeom prst="roundRect">
            <a:avLst>
              <a:gd name="adj" fmla="val 2000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89341" y="2139696"/>
            <a:ext cx="32531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+ eval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89341" y="2468880"/>
            <a:ext cx="3253130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OpenLM (FSDP), sequence 2048, GPT-NeoX 50k. Eval via LLM-Foundry (NOT lm-eval-harness), 53 tasks.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89341" y="4434840"/>
            <a:ext cx="32531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training/train.py · eval/*.yaml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Model-based filtering is the biggest lever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02920" y="1243584"/>
            <a:ext cx="11185855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accuracy, 1B-1x (paper Table 4). fastText OH-2.5+ELI5 wins; PageRank is useless.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502920" y="1965960"/>
          <a:ext cx="11185855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FINDINGS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 and rank transfer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201168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B5B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57.1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02920" y="261518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(7B / 2.6T)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67964" y="201168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B5B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367964" y="261518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 5-shot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33008" y="201168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B5B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+6.6 pp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233008" y="261518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MMLU vs MAP-Neo (−40% compute)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098051" y="2011680"/>
            <a:ext cx="259072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B5B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r≈0.96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098051" y="2615184"/>
            <a:ext cx="259072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transfer 400M→7B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566160"/>
          <a:ext cx="1118585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4008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Mixing hurts a strong CC-only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DCLM-Baseline +33% external → −1.2 Core pp (Table 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Decontamination ≠ the gains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MMLU 51.8→52.7, HellaSwag 77.9→78.4 (Table 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 dedup hides a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min-ngram 5: Core ok, MMLU collapses to 32.5 (Table 19)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walkthrough (MIT)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85855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217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baselines/baselines_configs/*.yaml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DCLM-Baseline recipe + fastText filter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baselines/core/processor.py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Ray mapper engine (reusable)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training/{train,hyperparameters}.py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OpenLM training + scale registry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eval/{eval_meta_data.csv,aggregated_metrics.py}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53-task list + Core-22 + v1/v2 migration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exp_data/ + tools/eval_expdb.py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uuid-keyed experiment ledger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dedup/bff · rust_processing/tokshuf-rs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Rust dedup + tokenize/shuffle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1965960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2093976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at scale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9224" y="2423160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240T pool, 416 logged runs, 5 scales, per-task published results.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95848" y="1965960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42152" y="2093976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rank transfer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42152" y="2423160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0.838/0.956/0.982 justifies cheap small-model iteration.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" y="3264408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" y="3392424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Near-complete assets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9224" y="3721608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pool, reference pool, dataset (+score columns), 1B/7B weights, 416-row CSV.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95848" y="3264408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42152" y="3392424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results kept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242152" y="3721608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PageRank fails, SemDedup-with-BGE fails, AskLLM ≠ quality, WET extraction costs 3.4 Core pp.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4562856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" y="4690872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Reference-set insight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49224" y="5020056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set (OH-2.5/ELI5), not the classifier algorithm, is the asset.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95848" y="4562856"/>
            <a:ext cx="5318608" cy="1170432"/>
          </a:xfrm>
          <a:prstGeom prst="roundRect">
            <a:avLst>
              <a:gd name="adj" fmla="val 4688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42152" y="4690872"/>
            <a:ext cx="50260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ledger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242152" y="5020056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uuid-keyed exp_data/ = a minimal viable data-catalog contract.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benchmark-vs-production boundary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2011680"/>
            <a:ext cx="11185855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single-dimension ablations; nothing beyond 7B; one tokenizer (GPT-NeoX); code/math are weak; PII deliberately untreated.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Eval-framework sensitivity: LightEval vs LLM-Foundry can erase a ~10-point gap. Numbers are not lm-eval-harness portable.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versioning: pre-Sept-2025 scores are Core/Extended v1 (the paper); repo default is v2 after the centering-bug fix.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conflicts: arXiv "64%/2.6T/40%" vs NeurIPS "63%/2T/half"; pool 240T vs "over 300T"; dataset 3.8T vs "4T/3B docs".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leaderboard has only baseline rows (06-19-2024) — "how top submissions beat baseline" is not answerable from current artifacts.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LESSONS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benchmark vs what is production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01168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2139696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Benchmark-specific (little reuse)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9224" y="2468880"/>
            <a:ext cx="514807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--scale registry (chinchilla_multiplier) · 53-task YAMLs + centered baselines (the rubric, proven buggy) · leaderboard plumbing (eval_expdb/submit/TSV) · model-soup/cooldown/long-context stage.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2011680"/>
            <a:ext cx="5440680" cy="3108960"/>
          </a:xfrm>
          <a:prstGeom prst="roundRect">
            <a:avLst>
              <a:gd name="adj" fmla="val 1765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18504" y="2139696"/>
            <a:ext cx="5148072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production pieces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318504" y="2468880"/>
            <a:ext cx="514807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mapper engine (processor.py + YAML) · Rust BFF dedup + tokshuf · fastText LID/quality enrichers · reverse-engineered filters + banlists · reference-JSON lineage · publish automation.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349240"/>
            <a:ext cx="11185855" cy="868680"/>
          </a:xfrm>
          <a:prstGeom prst="roundRect">
            <a:avLst>
              <a:gd name="adj" fmla="val 6316"/>
            </a:avLst>
          </a:prstGeom>
          <a:solidFill>
            <a:srgbClr val="F3F6FB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" y="5477256"/>
            <a:ext cx="10893247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4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meta-lesson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49224" y="5806440"/>
            <a:ext cx="10893247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 version the evaluator before optimizing data; prove small-scale predictivity by measuring rank transfer, not assuming it.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bring into a review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2011680"/>
            <a:ext cx="402336" cy="40233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2011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88136" y="1993392"/>
            <a:ext cx="1060063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and version the evaluator before tuning data — otherwise nothing is measurable.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852928"/>
            <a:ext cx="402336" cy="40233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8529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88136" y="2834640"/>
            <a:ext cx="1060063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(measure) rank transfer, don’t assume small-model sweeps predict large models.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3694176"/>
            <a:ext cx="402336" cy="40233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6941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88136" y="3675888"/>
            <a:ext cx="1060063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set — not the classifier algorithm — is the high-ROI asset to invest in.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" y="4535424"/>
            <a:ext cx="402336" cy="40233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53542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88136" y="4517136"/>
            <a:ext cx="1060063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with audit + record what was removed; one headline metric can hide a regression.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" y="5376672"/>
            <a:ext cx="402336" cy="402336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5376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88136" y="5358384"/>
            <a:ext cx="10600639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1B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lineage as data (uuid ledger), not prose — it becomes your catalog contract.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2920" y="3108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54864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links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737360"/>
            <a:ext cx="11185855" cy="0"/>
          </a:xfrm>
          <a:prstGeom prst="line">
            <a:avLst/>
          </a:prstGeom>
          <a:noFill/>
          <a:ln w="12700">
            <a:solidFill>
              <a:srgbClr val="DDE5F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03120"/>
          <a:ext cx="11185855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6400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6B5B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DataComp-LM (NeurIPS 2024 D&amp;B)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arxiv.org/abs/2406.11794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(MIT)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github.com/mlfoundations/dclm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/ leaderboard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datacomp.ai/dclm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huggingface.co/datasets/mlfoundations/dclm-baseline-1.0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apple/DCLM-7B · TRI-ML/DCLM-1B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02920" y="6492240"/>
            <a:ext cx="111858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DataComp-LM   ·   arxiv 2406.11794 · NeurIPS 2024 D&amp;B · github.com/mlfoundations/dclm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DataComp-LM — data–model–evaluation loop</dc:title>
  <dc:subject>PptxGenJS Presentation</dc:subject>
  <dc:creator>wangyong1972</dc:creator>
  <cp:lastModifiedBy>wangyong1972</cp:lastModifiedBy>
  <cp:revision>1</cp:revision>
  <dcterms:created xsi:type="dcterms:W3CDTF">2026-09-19T22:43:00Z</dcterms:created>
  <dcterms:modified xsi:type="dcterms:W3CDTF">2026-09-19T22:43:00Z</dcterms:modified>
</cp:coreProperties>
</file>