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scale + openness + reproducibility; contrast C4/Pile/RedPajama; licensing constraints drive source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corpus (3.06T) + toolkit (dolma CLI) + OLMo. Source table per paper Table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Documents {id,text,source,...} + detached attributes {source,id,attributes} with [start,end,score] spans. Signal/policy separation is the centerpiece.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Lifecycle raw → linearize → tag → dedup → mix → tokenize. Dedup writes attributes only; mix applies filters via JSONPath.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Dedup is exact-key Bloom (60B docs, 1e-6), NOT MinHash. Filters are JSONPath over attributes. Rust (rayon) + Python multiprocessing, no Spark/EMR.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Verified: 122 CPU-h/TB; 200TB on c6a.48xlarge in 5 days. Token counts per source (Table 1). v1..v1.7 releases.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Ablations 1.2B/150B. Key: no prescribed mixture; in-domain saturates (~5% ≈ 24%); toxicity threshold deliberately loosened for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 allenai/dolma: python/dolma (cli/core/taggers/warc) + src/ (Rust) + configs/. CLI dolma {tag,dedupe,mix,tokens}.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Strengths: signal/policy separation (3T-token proof), stable identity, thresholds-in-config, honest scale-vs-safety tradeoff.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Limitations: English-only; single-config ablation; text-centric (no multimodal). PII-rate contradiction flagged as erratum.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mapping: Dolma is the reference for signal/policy separation, versioning, lineage.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Takeaways: split tag from build; thresholds in config; track full vs trained token counts; malta signal/policy separation.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References: ACL paper, arXiv, HF dataset card, repo, OLMo.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08615" y="-868680"/>
            <a:ext cx="2468880" cy="2468880"/>
          </a:xfrm>
          <a:prstGeom prst="ellipse">
            <a:avLst/>
          </a:prstGeom>
          <a:solidFill>
            <a:srgbClr val="162A45"/>
          </a:solidFill>
          <a:ln w="15875">
            <a:solidFill>
              <a:srgbClr val="2C45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11535" y="-365760"/>
            <a:ext cx="960120" cy="960120"/>
          </a:xfrm>
          <a:prstGeom prst="ellipse">
            <a:avLst/>
          </a:prstGeom>
          <a:solidFill>
            <a:srgbClr val="1E3660"/>
          </a:solidFill>
          <a:ln w="12700">
            <a:solidFill>
              <a:srgbClr val="2C4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43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PRETRAINING CORPUS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Dolma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43230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trillion tokens, built as documents + attributes, then filtered at mix time.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2024 · Best Resource Paper Award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2240280" cy="384048"/>
          </a:xfrm>
          <a:prstGeom prst="roundRect">
            <a:avLst>
              <a:gd name="adj" fmla="val 47619"/>
            </a:avLst>
          </a:prstGeom>
          <a:solidFill>
            <a:srgbClr val="1E3660"/>
          </a:solidFill>
          <a:ln w="12700">
            <a:solidFill>
              <a:srgbClr val="3552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9776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3.06T tokens · 4.37B docs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9504" y="3977640"/>
            <a:ext cx="2739542" cy="384048"/>
          </a:xfrm>
          <a:prstGeom prst="roundRect">
            <a:avLst>
              <a:gd name="adj" fmla="val 47619"/>
            </a:avLst>
          </a:prstGeom>
          <a:solidFill>
            <a:srgbClr val="1E3660"/>
          </a:solidFill>
          <a:ln w="12700">
            <a:solidFill>
              <a:srgbClr val="3552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3977640"/>
            <a:ext cx="27395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Bloom-filter dedup (not MinHash)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75350" y="3977640"/>
            <a:ext cx="2953512" cy="384048"/>
          </a:xfrm>
          <a:prstGeom prst="roundRect">
            <a:avLst>
              <a:gd name="adj" fmla="val 47619"/>
            </a:avLst>
          </a:prstGeom>
          <a:solidFill>
            <a:srgbClr val="1E3660"/>
          </a:solidFill>
          <a:ln w="12700">
            <a:solidFill>
              <a:srgbClr val="3552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75350" y="3977640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stored, policy applied late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75166" y="3977640"/>
            <a:ext cx="1241755" cy="384048"/>
          </a:xfrm>
          <a:prstGeom prst="roundRect">
            <a:avLst>
              <a:gd name="adj" fmla="val 47619"/>
            </a:avLst>
          </a:prstGeom>
          <a:solidFill>
            <a:srgbClr val="1E3660"/>
          </a:solidFill>
          <a:ln w="12700">
            <a:solidFill>
              <a:srgbClr val="3552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75166" y="3977640"/>
            <a:ext cx="12417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OLMo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· English · 14 slides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corpus that is both large and reproducible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good corpora were either small (C4 175B, The Pile 387B) or lightly-curated CC (RedPajama v2); closed models hide data + process.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10312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223113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diversity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" y="2560320"/>
            <a:ext cx="325313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3.06T tokens across web, code, social, academic, books, encyclopedic — six source families.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2978" y="210312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69282" y="223113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Openness as a constraint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69282" y="2560320"/>
            <a:ext cx="325313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ODC-BY data + Apache-2.0 toolkit; Books3 deliberately avoided for licensing.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43037" y="210312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89341" y="223113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89341" y="2560320"/>
            <a:ext cx="325313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(linearize → tag → dedup → mix → tokenize) parameterized and replayable.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2920" y="493776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primarily to train OLMo: data policy is chosen by model ablations, and the model is the evidence for the data.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OVERVIEW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· toolkit · model, as one artifact set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treats the corpus, the pipeline, and the trained model as a single released system.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585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2103120"/>
                <a:gridCol w="19202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Crawl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pages (25 snapshots 2020-05→2023-06)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2,479B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(Pushshift)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peS2o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(S2)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Gutenberg / Wiki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 / encyclopedic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98348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E6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3,059B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2920" y="558698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tokens (the "three trillion")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160520" y="498348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E6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4,367M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4160520" y="558698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818120" y="498348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E6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 TB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818120" y="558698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size (200 TB raw in)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ABSTRACTIONS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and attributes live apart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signals separately and threshold late — re-derive v1.5→v1.6→v1.7 from the same tagged data.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965960"/>
            <a:ext cx="5486400" cy="2834640"/>
          </a:xfrm>
          <a:prstGeom prst="roundRect">
            <a:avLst>
              <a:gd name="adj" fmla="val 1935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2093976"/>
            <a:ext cx="519379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(one JSONL line)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224" y="2423160"/>
            <a:ext cx="5193792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id, text, source, added, created, metadata 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must be stable across versions and unique per source — used to trace the source and maintain a blocklist. "Paragraph" = text ending in \n.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486400" cy="2834640"/>
          </a:xfrm>
          <a:prstGeom prst="roundRect">
            <a:avLst>
              <a:gd name="adj" fmla="val 1935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64224" y="2093976"/>
            <a:ext cx="519379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(detached, same row order)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64224" y="2423160"/>
            <a:ext cx="5193792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source, id, attributes: {…} 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scores are [start, end, score] triples. Attribute files must line up exactly (row count + sort order) with documents.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5029200"/>
            <a:ext cx="11185855" cy="1097280"/>
          </a:xfrm>
          <a:prstGeom prst="roundRect">
            <a:avLst>
              <a:gd name="adj" fmla="val 5000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" y="5157216"/>
            <a:ext cx="1089324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9224" y="5486400"/>
            <a:ext cx="10893247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don’t want to duplicate multiple copies just because we updated the toxicity classifier" — tags are facts, thresholds are a later configuration. `dolma tag/dedupe` write attributes; `dolma mix` applies policy as JSONPath predicates.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LIFECYCLE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source → tagged → deduped → mixed → final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and mix are separate: dedup marks duplicates; mix drops them plus applies every other policy.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7331" y="2103120"/>
            <a:ext cx="475488" cy="475488"/>
          </a:xfrm>
          <a:prstGeom prst="ellipse">
            <a:avLst/>
          </a:prstGeom>
          <a:solidFill>
            <a:srgbClr val="3E6FCC"/>
          </a:solidFill>
          <a:ln w="12700">
            <a:solidFill>
              <a:srgbClr val="3E6F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97331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0352" y="2724912"/>
            <a:ext cx="180944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sources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WARC / Stack / Reddit…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2230069" y="2212848"/>
            <a:ext cx="201168" cy="256032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11" name="Shape 8"/>
          <p:cNvSpPr/>
          <p:nvPr/>
        </p:nvSpPr>
        <p:spPr>
          <a:xfrm>
            <a:off x="3061640" y="2103120"/>
            <a:ext cx="475488" cy="475488"/>
          </a:xfrm>
          <a:prstGeom prst="ellipse">
            <a:avLst/>
          </a:prstGeom>
          <a:solidFill>
            <a:srgbClr val="3E6FCC"/>
          </a:solidFill>
          <a:ln w="12700">
            <a:solidFill>
              <a:srgbClr val="3E6F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61640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394661" y="2724912"/>
            <a:ext cx="180944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Linearize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document split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4094378" y="2212848"/>
            <a:ext cx="201168" cy="256032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925949" y="2103120"/>
            <a:ext cx="475488" cy="475488"/>
          </a:xfrm>
          <a:prstGeom prst="ellipse">
            <a:avLst/>
          </a:prstGeom>
          <a:solidFill>
            <a:srgbClr val="3E6FCC"/>
          </a:solidFill>
          <a:ln w="12700">
            <a:solidFill>
              <a:srgbClr val="3E6F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25949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258970" y="2724912"/>
            <a:ext cx="180944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(dolma tag)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 · quality · toxicity · PII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5958688" y="2212848"/>
            <a:ext cx="201168" cy="256032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19" name="Shape 16"/>
          <p:cNvSpPr/>
          <p:nvPr/>
        </p:nvSpPr>
        <p:spPr>
          <a:xfrm>
            <a:off x="6790258" y="2103120"/>
            <a:ext cx="475488" cy="475488"/>
          </a:xfrm>
          <a:prstGeom prst="ellipse">
            <a:avLst/>
          </a:prstGeom>
          <a:solidFill>
            <a:srgbClr val="3E6FCC"/>
          </a:solidFill>
          <a:ln w="12700">
            <a:solidFill>
              <a:srgbClr val="3E6F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90258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3280" y="2724912"/>
            <a:ext cx="180944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(dolma dedupe)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URL → doc → para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7822997" y="2212848"/>
            <a:ext cx="201168" cy="256032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23" name="Shape 20"/>
          <p:cNvSpPr/>
          <p:nvPr/>
        </p:nvSpPr>
        <p:spPr>
          <a:xfrm>
            <a:off x="8654567" y="2103120"/>
            <a:ext cx="475488" cy="475488"/>
          </a:xfrm>
          <a:prstGeom prst="ellipse">
            <a:avLst/>
          </a:prstGeom>
          <a:solidFill>
            <a:srgbClr val="3E6FCC"/>
          </a:solidFill>
          <a:ln w="12700">
            <a:solidFill>
              <a:srgbClr val="3E6F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54567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87589" y="2724912"/>
            <a:ext cx="180944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(dolma mix)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JSONPath filters + sampling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9687306" y="2212848"/>
            <a:ext cx="201168" cy="256032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27" name="Shape 24"/>
          <p:cNvSpPr/>
          <p:nvPr/>
        </p:nvSpPr>
        <p:spPr>
          <a:xfrm>
            <a:off x="10518877" y="2103120"/>
            <a:ext cx="475488" cy="475488"/>
          </a:xfrm>
          <a:prstGeom prst="ellipse">
            <a:avLst/>
          </a:prstGeom>
          <a:solidFill>
            <a:srgbClr val="3E6FCC"/>
          </a:solidFill>
          <a:ln w="12700">
            <a:solidFill>
              <a:srgbClr val="3E6F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518877" y="2103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851898" y="2724912"/>
            <a:ext cx="180944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.npy + id/src map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502920" y="3977640"/>
            <a:ext cx="11185855" cy="1828800"/>
          </a:xfrm>
          <a:prstGeom prst="roundRect">
            <a:avLst>
              <a:gd name="adj" fmla="val 3000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" y="4105656"/>
            <a:ext cx="1089324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preserved, policy is deferred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49224" y="4434840"/>
            <a:ext cx="10893247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quality / toxicity / PII are computed as continuous scores (e.g. toxicity threshold is chosen at mix time). Decontamination reuses the same Bloom mechanism: seed the filter with eval examples, flag matches at mix → 0.003% removed.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 dedup, JSONPath policy, Rust+PyO3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concrete mechanics that make the pipeline reproducible.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011680"/>
            <a:ext cx="3545738" cy="301752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213969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(Bloom, 3 stages)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224" y="2468880"/>
            <a:ext cx="325313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53.2% → document 14.9% → paragraph 18.7%. exact keys; Bloom params 60B docs / 1e-6 FPR. MinHash appears only inherited from The Stack.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9224" y="4663440"/>
            <a:ext cx="32531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configs/dolma-v1_6/doc_dedupe/cc_en_head.yaml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22978" y="2011680"/>
            <a:ext cx="3545738" cy="301752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69282" y="213969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= JSONPath in YAML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469282" y="2468880"/>
            <a:ext cx="325313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select on attribute values, e.g. Word count &lt; 50. Thresholds never live in code — that is what makes re-derivation cheap.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469282" y="4663440"/>
            <a:ext cx="32531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configs/dolma-v1_5/mixing/cc-head.yaml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143037" y="2011680"/>
            <a:ext cx="3545738" cy="301752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89341" y="213969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core + Python CLI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89341" y="2468880"/>
            <a:ext cx="325313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deduper &amp; mixer are Rust (rayon) wrapped in PyO3; taggers are Python multiprocessing. Paths are local or S3. processes: 188.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89341" y="4663440"/>
            <a:ext cx="32531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src/{deduper,mixer,bloom_filter}.rs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PERFORMANCE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discipline, counted in plannable units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2011680"/>
            <a:ext cx="2590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E6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615184"/>
            <a:ext cx="25907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CPU-hours per TB (toolkit)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7964" y="2011680"/>
            <a:ext cx="2590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E6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53.2%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367964" y="2615184"/>
            <a:ext cx="25907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docs removed — URL dedup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33008" y="2011680"/>
            <a:ext cx="2590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E6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days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233008" y="2615184"/>
            <a:ext cx="25907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TB raw · c6a.48xlarge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098051" y="2011680"/>
            <a:ext cx="2590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E6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098051" y="2615184"/>
            <a:ext cx="25907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CC filtered (CCNet)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71800"/>
          <a:ext cx="1118585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93776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Removal /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ID (fastText 0.5)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CCNet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84.2% → 27.7 TB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175.1 TB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/ doc / paragraph dedup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53.2% / 14.9% / 18.7%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exact-key Bloom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v1 → v1.7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 → 4.5 TB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re-derived from tags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trained-on vs full (v1.7)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1,715B vs 2,308B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numbers — keep 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FINDINGS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Evidence-backed data policy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412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filter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 NoPunc alone &gt; C4 All / Gopher All; no model-based filter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Toxicity 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τ=0.4 (5.5–7.3% cut) over τ=0.0004 (better but −29–35%) — scale vs quality, stated openly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prescribed: sampling vs realized proportions differ −4×; ~5% in-domain suffices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fraction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0/5/15% ablation: C4-only model fails all bAbI tasks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OLMo-1B (3.1T tokens) avg 60.3 — beats TinyLlama, Pythia; loses to StableLM₂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walkthrough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toolkit · Rust core + Python CLI · config-driven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1118585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60350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python/dolma/cli/{tagger,deduper,mixer,tokenizer}.py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four main commands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python/dolma/taggers/{language,gopher,c4,quality,jigsaw,pii,length}.py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signal taggers (≈26)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python/dolma/warc/processor.py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Crawl WARC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src/{deduper,mixer,bloom_filter,wimbd}.rs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performance core (rayon, PyO3)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configs/dolma-v1_5|v1_6|v1_7/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versions + mixing + decontamination runbooks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965960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2093976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Signal/policy separation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9224" y="2423160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v1.5→v1.6→v1.7 re-derived from one set of tags — the 3T-token proof.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95848" y="1965960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42152" y="2093976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(source,id)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42152" y="2423160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identity; blocklists and PII-removal as side files, not corpus rewrites.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264408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" y="3392424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in config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" y="3721608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JSONPath filters make policy changes auditable diffs.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95848" y="3264408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42152" y="3392424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filters, deliberate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42152" y="3721608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Gopher (subset) only; no model-based quality filter (documented rationale).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4562856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" y="4690872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with outputs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9224" y="5020056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README records CLI + measured Bloom sizes.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95848" y="4562856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42152" y="4690872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tradeoffs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242152" y="5020056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the looser toxicity threshold and commits to a fix.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what a multimodal system needs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2011680"/>
            <a:ext cx="11185855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— authors state it "reinforces English as the default".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policy decided by a single 1.2B / 150B-token proxy, extrapolated to 3T.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has false positives; "quality" and "toxicity" definitions are inherently ideological.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Text-centric: character-offset attributes, exact-key dedup, and regex PII have no media analogue.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system adds: perceptual-hash/embedding dedup, ASR language ID, face/voice/license-plate PII, audio/video decode throughput.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partial in practice (Pushshift retired; raw CC not retained).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LESSONS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data-lake control-plane playbook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585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  <a:gridCol w="3474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Dolma today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(source,id) composite, version-stable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detached attributes with span scores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JSONPath filters, threshold in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v1.5→v1.7 re-derivation + HF revisions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+ blocklist side files + runbooks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per-source mix YAML (declarative build)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bring into a review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3E6FCC"/>
          </a:solidFill>
          <a:ln w="12700">
            <a:solidFill>
              <a:srgbClr val="3E6F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61288" y="2057400"/>
            <a:ext cx="105274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"tag" from "build" into two idempotent services — re-versioning is a mixer run, not a re-annotation.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3099816"/>
            <a:ext cx="457200" cy="457200"/>
          </a:xfrm>
          <a:prstGeom prst="ellipse">
            <a:avLst/>
          </a:prstGeom>
          <a:solidFill>
            <a:srgbClr val="3E6FCC"/>
          </a:solidFill>
          <a:ln w="12700">
            <a:solidFill>
              <a:srgbClr val="3E6F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1288" y="3099816"/>
            <a:ext cx="105274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two token counts per version: full-corpus vs actually-trained-on (2,308B vs 1,715B).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4142232"/>
            <a:ext cx="457200" cy="457200"/>
          </a:xfrm>
          <a:prstGeom prst="ellipse">
            <a:avLst/>
          </a:prstGeom>
          <a:solidFill>
            <a:srgbClr val="3E6FCC"/>
          </a:solidFill>
          <a:ln w="12700">
            <a:solidFill>
              <a:srgbClr val="3E6F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61288" y="4142232"/>
            <a:ext cx="105274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rejection a queried artifact (dedup writes attributes; random_number enables splits).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5184648"/>
            <a:ext cx="457200" cy="457200"/>
          </a:xfrm>
          <a:prstGeom prst="ellipse">
            <a:avLst/>
          </a:prstGeom>
          <a:solidFill>
            <a:srgbClr val="3E6FCC"/>
          </a:solidFill>
          <a:ln w="12700">
            <a:solidFill>
              <a:srgbClr val="3E6F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5184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61288" y="5184648"/>
            <a:ext cx="105274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an externally round-trippable id — the precondition for takedowns and incident response.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links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585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400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6F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Dolma (ACL 2024 long, Best Resource Paper)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aclanthology.org/2024.acl-long.840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arxiv.org/abs/2402.00159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(Apache-2.0)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github.com/allenai/dolma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huggingface.co/datasets/allenai/dolma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OLMo (trained on Dolma)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allenai.org/olmo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Dolma   ·   aclanthology.org/2024.acl-long.840 · arxiv 2402.00159 · github.com/allenai/dolma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Dolma — 3T-token open corpus architecture</dc:title>
  <dc:subject>PptxGenJS Presentation</dc:subject>
  <dc:creator>wangyong1972</dc:creator>
  <cp:lastModifiedBy>wangyong1972</cp:lastModifiedBy>
  <cp:revision>1</cp:revision>
  <dcterms:created xsi:type="dcterms:W3CDTF">2026-09-19T16:41:03Z</dcterms:created>
  <dcterms:modified xsi:type="dcterms:W3CDTF">2026-09-19T16:41:03Z</dcterms:modified>
</cp:coreProperties>
</file>